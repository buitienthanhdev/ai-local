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Họp tối ưu công thức OneCoat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Mục tiêu giảm giá thành 8%</a:t>
            </a:r>
          </a:p>
          <a:p>
            <a:r>
              <a:t>Giữ Acronal PS 673</a:t>
            </a:r>
          </a:p>
          <a:p>
            <a:r>
              <a:t>Thêm biocide để chống tụt nhớt khi lưu kho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Phạm Minh D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